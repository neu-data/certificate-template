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3" cy="75600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rtificat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3" cy="7560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